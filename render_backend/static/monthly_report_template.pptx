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61" r:id="rId2"/>
    <p:sldId id="490" r:id="rId3"/>
    <p:sldId id="544" r:id="rId4"/>
    <p:sldId id="545" r:id="rId5"/>
    <p:sldId id="565" r:id="rId6"/>
    <p:sldId id="566" r:id="rId7"/>
    <p:sldId id="567" r:id="rId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GA Contratista Minera" initials="MC" lastIdx="1" clrIdx="0">
    <p:extLst>
      <p:ext uri="{19B8F6BF-5375-455C-9EA6-DF929625EA0E}">
        <p15:presenceInfo xmlns:p15="http://schemas.microsoft.com/office/powerpoint/2012/main" userId="c6cc7efe33bc6d7a" providerId="Windows Live"/>
      </p:ext>
    </p:extLst>
  </p:cmAuthor>
  <p:cmAuthor id="2" name="Usuario" initials="U" lastIdx="1" clrIdx="1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9" autoAdjust="0"/>
  </p:normalViewPr>
  <p:slideViewPr>
    <p:cSldViewPr>
      <p:cViewPr varScale="1">
        <p:scale>
          <a:sx n="70" d="100"/>
          <a:sy n="70" d="100"/>
        </p:scale>
        <p:origin x="140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13B07-473E-4453-B517-BF937E307F9F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AAE84-4881-4681-BBC3-134EFD7726A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560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AAE84-4881-4681-BBC3-134EFD7726A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1945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AAE84-4881-4681-BBC3-134EFD7726A3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309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580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125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525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2475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08005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2413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998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6446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111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2872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8102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46D18-A8C8-43F3-BE77-459E2D7B1712}" type="datetimeFigureOut">
              <a:rPr lang="es-MX" smtClean="0"/>
              <a:t>24/05/2026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74B51-E549-430C-AC34-5A87A1101C4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895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C3BEB9-6F46-586B-8035-2FB1A310EA30}"/>
              </a:ext>
            </a:extLst>
          </p:cNvPr>
          <p:cNvGrpSpPr/>
          <p:nvPr/>
        </p:nvGrpSpPr>
        <p:grpSpPr>
          <a:xfrm>
            <a:off x="0" y="1981200"/>
            <a:ext cx="9334164" cy="4802710"/>
            <a:chOff x="0" y="1981200"/>
            <a:chExt cx="9334164" cy="4802710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0034687E-3AA4-AAD2-3A6F-1470EEEB6C29}"/>
                </a:ext>
              </a:extLst>
            </p:cNvPr>
            <p:cNvSpPr/>
            <p:nvPr/>
          </p:nvSpPr>
          <p:spPr>
            <a:xfrm rot="8245659" flipH="1">
              <a:off x="7269450" y="2046593"/>
              <a:ext cx="2064714" cy="4737317"/>
            </a:xfrm>
            <a:prstGeom prst="rtTriangl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" name="3 Rectángulo"/>
            <p:cNvSpPr/>
            <p:nvPr/>
          </p:nvSpPr>
          <p:spPr>
            <a:xfrm>
              <a:off x="0" y="1981200"/>
              <a:ext cx="7467600" cy="17526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 sz="2000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24D3E8-AE12-AD75-4A8F-B473AEE00D33}"/>
              </a:ext>
            </a:extLst>
          </p:cNvPr>
          <p:cNvGrpSpPr/>
          <p:nvPr/>
        </p:nvGrpSpPr>
        <p:grpSpPr>
          <a:xfrm>
            <a:off x="-304799" y="381000"/>
            <a:ext cx="9018837" cy="4632704"/>
            <a:chOff x="125163" y="-30352"/>
            <a:chExt cx="9018837" cy="4632704"/>
          </a:xfrm>
        </p:grpSpPr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71331471-196F-BD01-D818-85F07C2C854C}"/>
                </a:ext>
              </a:extLst>
            </p:cNvPr>
            <p:cNvSpPr/>
            <p:nvPr/>
          </p:nvSpPr>
          <p:spPr>
            <a:xfrm rot="19314615" flipH="1">
              <a:off x="125163" y="-30352"/>
              <a:ext cx="1500825" cy="4632704"/>
            </a:xfrm>
            <a:prstGeom prst="rt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4" name="3 Rectángulo">
              <a:extLst>
                <a:ext uri="{FF2B5EF4-FFF2-40B4-BE49-F238E27FC236}">
                  <a16:creationId xmlns:a16="http://schemas.microsoft.com/office/drawing/2014/main" id="{BBD49158-302A-58E1-52DA-762D2F55D823}"/>
                </a:ext>
              </a:extLst>
            </p:cNvPr>
            <p:cNvSpPr/>
            <p:nvPr/>
          </p:nvSpPr>
          <p:spPr>
            <a:xfrm>
              <a:off x="1713914" y="3200400"/>
              <a:ext cx="7430086" cy="1371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 sz="20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57B5C47C-F8CD-E92F-9F79-9CC1CBF1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47056"/>
            <a:ext cx="2902770" cy="1067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BC5B9-AB01-0001-3038-2D5BE63D1470}"/>
              </a:ext>
            </a:extLst>
          </p:cNvPr>
          <p:cNvSpPr txBox="1"/>
          <p:nvPr/>
        </p:nvSpPr>
        <p:spPr>
          <a:xfrm>
            <a:off x="0" y="1794808"/>
            <a:ext cx="762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Resultados Unidad Providencia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8A31F-9B51-7538-DF74-B3BEB3AED507}"/>
              </a:ext>
            </a:extLst>
          </p:cNvPr>
          <p:cNvSpPr txBox="1"/>
          <p:nvPr/>
        </p:nvSpPr>
        <p:spPr>
          <a:xfrm>
            <a:off x="2057400" y="3936694"/>
            <a:ext cx="7430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Reporte Mensual Mayo 2026</a:t>
            </a:r>
            <a:endParaRPr lang="es-MX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3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C3BEB9-6F46-586B-8035-2FB1A310EA30}"/>
              </a:ext>
            </a:extLst>
          </p:cNvPr>
          <p:cNvGrpSpPr/>
          <p:nvPr/>
        </p:nvGrpSpPr>
        <p:grpSpPr>
          <a:xfrm>
            <a:off x="8641" y="2035651"/>
            <a:ext cx="9334164" cy="4802710"/>
            <a:chOff x="0" y="1981200"/>
            <a:chExt cx="9334164" cy="4802710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0034687E-3AA4-AAD2-3A6F-1470EEEB6C29}"/>
                </a:ext>
              </a:extLst>
            </p:cNvPr>
            <p:cNvSpPr/>
            <p:nvPr/>
          </p:nvSpPr>
          <p:spPr>
            <a:xfrm rot="8245659" flipH="1">
              <a:off x="7269450" y="2046593"/>
              <a:ext cx="2064714" cy="4737317"/>
            </a:xfrm>
            <a:prstGeom prst="rtTriangl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" name="3 Rectángulo"/>
            <p:cNvSpPr/>
            <p:nvPr/>
          </p:nvSpPr>
          <p:spPr>
            <a:xfrm>
              <a:off x="0" y="1981200"/>
              <a:ext cx="7467600" cy="17526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 sz="2000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24D3E8-AE12-AD75-4A8F-B473AEE00D33}"/>
              </a:ext>
            </a:extLst>
          </p:cNvPr>
          <p:cNvGrpSpPr/>
          <p:nvPr/>
        </p:nvGrpSpPr>
        <p:grpSpPr>
          <a:xfrm>
            <a:off x="125163" y="-30352"/>
            <a:ext cx="9018837" cy="4632704"/>
            <a:chOff x="125163" y="-30352"/>
            <a:chExt cx="9018837" cy="4632704"/>
          </a:xfrm>
        </p:grpSpPr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71331471-196F-BD01-D818-85F07C2C854C}"/>
                </a:ext>
              </a:extLst>
            </p:cNvPr>
            <p:cNvSpPr/>
            <p:nvPr/>
          </p:nvSpPr>
          <p:spPr>
            <a:xfrm rot="19314615" flipH="1">
              <a:off x="125163" y="-30352"/>
              <a:ext cx="1500825" cy="4632704"/>
            </a:xfrm>
            <a:prstGeom prst="rt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4" name="3 Rectángulo">
              <a:extLst>
                <a:ext uri="{FF2B5EF4-FFF2-40B4-BE49-F238E27FC236}">
                  <a16:creationId xmlns:a16="http://schemas.microsoft.com/office/drawing/2014/main" id="{BBD49158-302A-58E1-52DA-762D2F55D823}"/>
                </a:ext>
              </a:extLst>
            </p:cNvPr>
            <p:cNvSpPr/>
            <p:nvPr/>
          </p:nvSpPr>
          <p:spPr>
            <a:xfrm>
              <a:off x="1713914" y="3200400"/>
              <a:ext cx="7430086" cy="1371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 sz="20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654613DF-9371-857B-8EA8-FF5D8B50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47056"/>
            <a:ext cx="2902770" cy="1067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BC5B9-AB01-0001-3038-2D5BE63D1470}"/>
              </a:ext>
            </a:extLst>
          </p:cNvPr>
          <p:cNvSpPr txBox="1"/>
          <p:nvPr/>
        </p:nvSpPr>
        <p:spPr>
          <a:xfrm>
            <a:off x="1611415" y="2692570"/>
            <a:ext cx="662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MANTENIMIENTO</a:t>
            </a:r>
          </a:p>
        </p:txBody>
      </p:sp>
    </p:spTree>
    <p:extLst>
      <p:ext uri="{BB962C8B-B14F-4D97-AF65-F5344CB8AC3E}">
        <p14:creationId xmlns:p14="http://schemas.microsoft.com/office/powerpoint/2010/main" val="257700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24691" y="0"/>
            <a:ext cx="847344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 err="1">
                <a:latin typeface="Candara" panose="020E0502030303020204" pitchFamily="34" charset="0"/>
                <a:cs typeface="Arial" pitchFamily="34" charset="0"/>
              </a:rPr>
              <a:t>Equipos</a:t>
            </a:r>
            <a:r>
              <a:rPr lang="en-US" sz="2400" b="1" dirty="0">
                <a:latin typeface="Candara" panose="020E0502030303020204" pitchFamily="34" charset="0"/>
                <a:cs typeface="Arial" pitchFamily="34" charset="0"/>
              </a:rPr>
              <a:t> </a:t>
            </a:r>
            <a:r>
              <a:rPr lang="en-US" sz="2400" b="1" dirty="0" err="1">
                <a:latin typeface="Candara" panose="020E0502030303020204" pitchFamily="34" charset="0"/>
                <a:cs typeface="Arial" pitchFamily="34" charset="0"/>
              </a:rPr>
              <a:t>barrenación</a:t>
            </a:r>
            <a:endParaRPr lang="en-US" sz="2400" b="1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22860" y="5443"/>
            <a:ext cx="5334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 err="1">
                <a:latin typeface="Candara" panose="020E0502030303020204" pitchFamily="34" charset="0"/>
                <a:cs typeface="Arial" pitchFamily="34" charset="0"/>
              </a:rPr>
              <a:t>MGA</a:t>
            </a:r>
            <a:r>
              <a:rPr lang="en-US" sz="2000" b="1" dirty="0">
                <a:latin typeface="Candara" panose="020E0502030303020204" pitchFamily="34" charset="0"/>
                <a:cs typeface="Arial" pitchFamily="34" charset="0"/>
              </a:rPr>
              <a:t> CONTRATISTA MINERA, S.A. DE C.V.</a:t>
            </a:r>
            <a:endParaRPr lang="es-MX" sz="2000" b="1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 rot="16200000">
            <a:off x="-2453640" y="3313610"/>
            <a:ext cx="571500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94769E4-A130-00D6-C21D-1999A79DEA3D}"/>
              </a:ext>
            </a:extLst>
          </p:cNvPr>
          <p:cNvSpPr txBox="1"/>
          <p:nvPr/>
        </p:nvSpPr>
        <p:spPr>
          <a:xfrm>
            <a:off x="0" y="-90418"/>
            <a:ext cx="62788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Mes de Mayo 2026</a:t>
            </a:r>
            <a:endParaRPr lang="es-MX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  <a:p>
            <a:endParaRPr lang="es-MX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Equipos_de_Barrenacion_ta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" y="4153769"/>
            <a:ext cx="8345138" cy="2323231"/>
          </a:xfrm>
          <a:prstGeom prst="rect">
            <a:avLst/>
          </a:prstGeom>
        </p:spPr>
      </p:pic>
      <p:pic>
        <p:nvPicPr>
          <p:cNvPr id="8" name="Picture 7" descr="Equipos_de_Barrenacion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" y="1026081"/>
            <a:ext cx="8339001" cy="25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1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04800" y="0"/>
            <a:ext cx="883920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 err="1">
                <a:latin typeface="Candara" panose="020E0502030303020204" pitchFamily="34" charset="0"/>
                <a:cs typeface="Arial" pitchFamily="34" charset="0"/>
              </a:rPr>
              <a:t>Equipos</a:t>
            </a:r>
            <a:r>
              <a:rPr lang="en-US" sz="2400" b="1" dirty="0">
                <a:latin typeface="Candara" panose="020E0502030303020204" pitchFamily="34" charset="0"/>
                <a:cs typeface="Arial" pitchFamily="34" charset="0"/>
              </a:rPr>
              <a:t> de rezagado</a:t>
            </a:r>
          </a:p>
        </p:txBody>
      </p:sp>
      <p:sp>
        <p:nvSpPr>
          <p:cNvPr id="6" name="5 Rectángulo"/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 err="1">
                <a:latin typeface="Candara" panose="020E0502030303020204" pitchFamily="34" charset="0"/>
                <a:cs typeface="Arial" pitchFamily="34" charset="0"/>
              </a:rPr>
              <a:t>MGA</a:t>
            </a:r>
            <a:r>
              <a:rPr lang="en-US" sz="2000" b="1" dirty="0">
                <a:latin typeface="Candara" panose="020E0502030303020204" pitchFamily="34" charset="0"/>
                <a:cs typeface="Arial" pitchFamily="34" charset="0"/>
              </a:rPr>
              <a:t> CONTRATISTA MINERA, S.A. DE C.V.</a:t>
            </a:r>
            <a:endParaRPr lang="es-MX" sz="2000" b="1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 rot="16200000">
            <a:off x="-2453640" y="3313610"/>
            <a:ext cx="571500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9020D9E-D77E-8E68-B585-2AC831CA329D}"/>
              </a:ext>
            </a:extLst>
          </p:cNvPr>
          <p:cNvSpPr txBox="1"/>
          <p:nvPr/>
        </p:nvSpPr>
        <p:spPr>
          <a:xfrm>
            <a:off x="-16329" y="-83681"/>
            <a:ext cx="6264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Mes de Mayo 2026</a:t>
            </a:r>
            <a:endParaRPr lang="es-MX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Equipos_de_Rezagado_ta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23" y="4751492"/>
            <a:ext cx="8370277" cy="1285613"/>
          </a:xfrm>
          <a:prstGeom prst="rect">
            <a:avLst/>
          </a:prstGeom>
        </p:spPr>
      </p:pic>
      <p:pic>
        <p:nvPicPr>
          <p:cNvPr id="9" name="Picture 8" descr="Equipos_de_Rezagado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23" y="1370074"/>
            <a:ext cx="8370277" cy="262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8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B68E-40CC-1589-5D5B-4B7B0696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>
            <a:extLst>
              <a:ext uri="{FF2B5EF4-FFF2-40B4-BE49-F238E27FC236}">
                <a16:creationId xmlns:a16="http://schemas.microsoft.com/office/drawing/2014/main" id="{B491E80C-8CCA-4353-3F78-F8DAB0B9E61E}"/>
              </a:ext>
            </a:extLst>
          </p:cNvPr>
          <p:cNvSpPr/>
          <p:nvPr/>
        </p:nvSpPr>
        <p:spPr>
          <a:xfrm>
            <a:off x="304800" y="0"/>
            <a:ext cx="883920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latin typeface="Candara" panose="020E0502030303020204" pitchFamily="34" charset="0"/>
                <a:cs typeface="Arial" pitchFamily="34" charset="0"/>
              </a:rPr>
              <a:t>VIDA UTIL 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967C301C-2B93-00EC-9E33-1356637C5305}"/>
              </a:ext>
            </a:extLst>
          </p:cNvPr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 err="1">
                <a:latin typeface="Candara" panose="020E0502030303020204" pitchFamily="34" charset="0"/>
                <a:cs typeface="Arial" pitchFamily="34" charset="0"/>
              </a:rPr>
              <a:t>MGA</a:t>
            </a:r>
            <a:r>
              <a:rPr lang="en-US" sz="2000" b="1" dirty="0">
                <a:latin typeface="Candara" panose="020E0502030303020204" pitchFamily="34" charset="0"/>
                <a:cs typeface="Arial" pitchFamily="34" charset="0"/>
              </a:rPr>
              <a:t> CONTRATISTA MINERA, S.A. DE C.V.</a:t>
            </a:r>
            <a:endParaRPr lang="es-MX" sz="2000" b="1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08D22995-1143-90DF-409C-D377DEDB069E}"/>
              </a:ext>
            </a:extLst>
          </p:cNvPr>
          <p:cNvSpPr/>
          <p:nvPr/>
        </p:nvSpPr>
        <p:spPr>
          <a:xfrm rot="16200000">
            <a:off x="-2453640" y="3313610"/>
            <a:ext cx="571500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Picture 6" descr="vida_util_llant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43000"/>
            <a:ext cx="3962400" cy="480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6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DE10-01F3-97FD-70CC-00D6B0F7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>
            <a:extLst>
              <a:ext uri="{FF2B5EF4-FFF2-40B4-BE49-F238E27FC236}">
                <a16:creationId xmlns:a16="http://schemas.microsoft.com/office/drawing/2014/main" id="{97C7FA6D-D621-98A4-82FE-DAEA7E135D85}"/>
              </a:ext>
            </a:extLst>
          </p:cNvPr>
          <p:cNvSpPr/>
          <p:nvPr/>
        </p:nvSpPr>
        <p:spPr>
          <a:xfrm>
            <a:off x="304800" y="0"/>
            <a:ext cx="883920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latin typeface="Candara" panose="020E0502030303020204" pitchFamily="34" charset="0"/>
                <a:cs typeface="Arial" pitchFamily="34" charset="0"/>
              </a:rPr>
              <a:t>CONSUMO DE DIESEL ACUMULADO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0515E470-F1A4-BA32-A282-4DE9B45F34E6}"/>
              </a:ext>
            </a:extLst>
          </p:cNvPr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 err="1">
                <a:latin typeface="Candara" panose="020E0502030303020204" pitchFamily="34" charset="0"/>
                <a:cs typeface="Arial" pitchFamily="34" charset="0"/>
              </a:rPr>
              <a:t>MGA</a:t>
            </a:r>
            <a:r>
              <a:rPr lang="en-US" sz="2000" b="1" dirty="0">
                <a:latin typeface="Candara" panose="020E0502030303020204" pitchFamily="34" charset="0"/>
                <a:cs typeface="Arial" pitchFamily="34" charset="0"/>
              </a:rPr>
              <a:t> CONTRATISTA MINERA, S.A. DE C.V.</a:t>
            </a:r>
            <a:endParaRPr lang="es-MX" sz="2000" b="1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0827AD82-C69B-5B49-E80F-9CF05ABDA2D7}"/>
              </a:ext>
            </a:extLst>
          </p:cNvPr>
          <p:cNvSpPr/>
          <p:nvPr/>
        </p:nvSpPr>
        <p:spPr>
          <a:xfrm rot="16200000">
            <a:off x="-2453640" y="3313610"/>
            <a:ext cx="571500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82AF6FF-EF42-2901-726D-2E760795E0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879379"/>
            <a:ext cx="4388603" cy="57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0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ACEITES</a:t>
            </a:r>
          </a:p>
        </p:txBody>
      </p:sp>
      <p:pic>
        <p:nvPicPr>
          <p:cNvPr id="3" name="Picture 2" descr="kpi_acei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24080</TotalTime>
  <Words>83</Words>
  <Application>Microsoft Office PowerPoint</Application>
  <PresentationFormat>Presentación en pantalla (4:3)</PresentationFormat>
  <Paragraphs>16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Candara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M. Yamahil Ek Pereda</dc:creator>
  <cp:lastModifiedBy>Dell</cp:lastModifiedBy>
  <cp:revision>563</cp:revision>
  <dcterms:created xsi:type="dcterms:W3CDTF">2020-07-20T15:50:10Z</dcterms:created>
  <dcterms:modified xsi:type="dcterms:W3CDTF">2026-05-24T21:55:43Z</dcterms:modified>
</cp:coreProperties>
</file>